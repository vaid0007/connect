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5269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5512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8900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5288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4312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806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3151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63839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3782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4212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0503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89ECA-3633-457C-8F43-4C9C1CEFFBE7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B33E2-057F-472E-896A-13667A269A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487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7315199"/>
            <a:ext cx="77724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033" name="Picture 9" descr="C:\Users\Monika\Desktop\Kapil\WhatsApp Image 2019-09-05 at 7.15.14 PM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76400"/>
            <a:ext cx="6415520" cy="501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73155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Monika\Desktop\Kapil\WhatsApp Image 2019-09-05 at 7.13.00 PM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43000" y="762000"/>
            <a:ext cx="6904501" cy="471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40452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Monika\Desktop\Kapil\WhatsApp Image 2019-09-05 at 7.15.14 PM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0500"/>
            <a:ext cx="52578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6630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fd8237a2-aa24-4373-a6d8-a7c3a298b04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blob:https://web.whatsapp.com/fd8237a2-aa24-4373-a6d8-a7c3a298b04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60338"/>
            <a:ext cx="6324600" cy="6469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65194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00200" y="609600"/>
            <a:ext cx="6670964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96300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Monika</dc:creator>
  <cp:lastModifiedBy>Dell</cp:lastModifiedBy>
  <cp:revision>7</cp:revision>
  <dcterms:created xsi:type="dcterms:W3CDTF">2019-09-05T13:54:08Z</dcterms:created>
  <dcterms:modified xsi:type="dcterms:W3CDTF">2025-09-29T12:38:15Z</dcterms:modified>
</cp:coreProperties>
</file>